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304A"/>
                </a:solidFill>
              </a:defRPr>
            </a:pPr>
            <a:r>
              <a:t>Demand Forecasting &amp; Inventory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End-to-end portfolio demonstration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Synthetic data; validate before operational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7381"/>
                </a:solidFill>
              </a:defRPr>
            </a:pPr>
            <a:r>
              <a:t>Synthetic portfolio demonstration  | 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304A"/>
                </a:solidFill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Demand uncertainty and supplier lead time complicate replenishment.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Goal: make demand outlook and stock-policy assumptions reviewable.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7381"/>
                </a:solidFill>
              </a:defRPr>
            </a:pPr>
            <a:r>
              <a:t>Synthetic portfolio demonstration  |  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304A"/>
                </a:solidFill>
              </a:defRPr>
            </a:pPr>
            <a:r>
              <a:t>Decision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What demand is plausible?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How does the forecast compare with baselines?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Which SKUs merit stock review?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7381"/>
                </a:solidFill>
              </a:defRPr>
            </a:pPr>
            <a:r>
              <a:t>Synthetic portfolio demonstration  |  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304A"/>
                </a:solidFill>
              </a:defRPr>
            </a:pPr>
            <a: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Transactions -&gt; quality checks -&gt; SKU-day demand -&gt; features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Chronological evaluation -&gt; forecast -&gt; inventory policy -&gt; 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7381"/>
                </a:solidFill>
              </a:defRPr>
            </a:pPr>
            <a:r>
              <a:t>Synthetic portfolio demonstration  | 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304A"/>
                </a:solidFill>
              </a:defRPr>
            </a:pPr>
            <a:r>
              <a:t>Data and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8 fictional SKUs and 540 sample days.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All sample transactions and supplier/stock inputs are synthetic.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7381"/>
                </a:solidFill>
              </a:defRPr>
            </a:pPr>
            <a:r>
              <a:t>Synthetic portfolio demonstration  |  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304A"/>
                </a:solidFill>
              </a:defRPr>
            </a:pPr>
            <a:r>
              <a:t>Data quality and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Deduplicate transaction IDs; validate dates, price, discount and SKU.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Preserve returns, net by day, then floor demand at zero.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Review demand variability and no-sale-day frequency.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7381"/>
                </a:solidFill>
              </a:defRPr>
            </a:pPr>
            <a:r>
              <a:t>Synthetic portfolio demonstration  |  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304A"/>
                </a:solidFill>
              </a:defRPr>
            </a:pPr>
            <a:r>
              <a:t>Features and leakage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Lag and rolling demand features are shifted to prior dates.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Calendar fields are known in advance.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Future lag values are generated recursively.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7381"/>
                </a:solidFill>
              </a:defRPr>
            </a:pPr>
            <a:r>
              <a:t>Synthetic portfolio demonstration  |  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304A"/>
                </a:solidFill>
              </a:defRPr>
            </a:pPr>
            <a:r>
              <a:t>Forecast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Last-observation naive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Seven-day seasonal naive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Seven-day moving average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Histogram gradient boosting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7381"/>
                </a:solidFill>
              </a:defRPr>
            </a:pPr>
            <a:r>
              <a:t>Synthetic portfolio demonstration  |  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304A"/>
                </a:solidFill>
              </a:defRPr>
            </a:pPr>
            <a:r>
              <a:t>Synthetic holdout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Chronological holdout best WAPE: 24.6% (hist_gradient_boosting).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MAE: 3.56; RMSE: 4.66 units.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Illustrative only; no claim of generalized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7381"/>
                </a:solidFill>
              </a:defRPr>
            </a:pPr>
            <a:r>
              <a:t>Synthetic portfolio demonstration  |  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304A"/>
                </a:solidFill>
              </a:defRPr>
            </a:pPr>
            <a:r>
              <a:t>Inventory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Safety stock: Z x demand standard deviation x sqrt(lead time).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Reorder point: expected lead-time demand + safety stock.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EOQ and supplier MOQ are assumptions to validate.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7381"/>
                </a:solidFill>
              </a:defRPr>
            </a:pPr>
            <a:r>
              <a:t>Synthetic portfolio demonstration  |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304A"/>
                </a:solidFill>
              </a:defRPr>
            </a:pPr>
            <a:r>
              <a:t>Application and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Streamlit dashboard and CSV upload mode.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FastAPI read-only demo endpoint.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SQL examples, notebooks, CI tests, Docker and docs.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7381"/>
                </a:solidFill>
              </a:defRPr>
            </a:pPr>
            <a:r>
              <a:t>Synthetic portfolio demonstration  |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304A"/>
                </a:solidFill>
              </a:defRPr>
            </a:pPr>
            <a: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2 of 8 demo SKUs are flagged to review.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No open POs, live ERP, uncertain lead-time model, or autonomous ordering.</a:t>
            </a:r>
          </a:p>
          <a:p>
            <a:pPr>
              <a:spcAft>
                <a:spcPts val="1900"/>
              </a:spcAft>
              <a:defRPr sz="2200">
                <a:solidFill>
                  <a:srgbClr val="2C3E50"/>
                </a:solidFill>
              </a:defRPr>
            </a:pPr>
            <a:r>
              <a:t>Pilot only with validated data, monitoring, and human approvals.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37381"/>
                </a:solidFill>
              </a:defRPr>
            </a:pPr>
            <a:r>
              <a:t>Synthetic portfolio demonstration  |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